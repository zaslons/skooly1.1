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Design and Development of a Multi-Tenant School Management Web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Bachelor thesis — 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Presentation outline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— problem, objectives, scope, methodology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Functional requirements — overview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diagram — Authentication, sessions, and school selection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diagram — School administration, setup, and configuration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diagram — Academic structure: years, terms, classes, curriculum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diagram — Scheduling: bell schedule, lessons, and timetable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diagram — Operations: attendance, exams, and grades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diagram — Teacher marketplace: search, needs, invitations, engagements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case diagram — Parent and student portals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 model — conceptual entities and relationships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— layers and major technologies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 diagram — main modules and boundaries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diagram — runtime and services (if applicable)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and security — multi-tenancy, memberships, and access control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— selected complex flows (overview)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 — Scheduling pipeline: bell schedule, sessions, and calendar exceptions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diagram — Scheduling pipeline: bell schedule, sessions, and calendar exceptions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Sequence diagram — Scheduling pipeline: bell schedule, sessions, and calendar exceptions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diagram — Scheduling pipeline: bell schedule, sessions, and calendar exceptions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 — Timetable assistant: request, solver service, and persisted assignments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diagram — Timetable assistant: request, solver service, and persisted assignments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Sequence diagram — Timetable assistant: request, solver service, and persisted assignments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diagram — Timetable assistant: request, solver service, and persisted assignments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Flow — Teacher marketplace: profiles, needs, applications, invitations, engagements, reviews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 diagram — Teacher marketplace: profiles, needs, applications, invitations, engagements, reviews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Sequence diagram — Teacher marketplace: profiles, needs, applications, invitations, engagements, reviews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diagram — Teacher marketplace: profiles, needs, applications, invitations, engagements, reviews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video — Administrator: school setup and scheduling configuration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video — Teacher: schedule, availability, and marketplace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video — Parent: all children on one dashboard and follow-up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video — Student: schedule and attendance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— results, limits, and future work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—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