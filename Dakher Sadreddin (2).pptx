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bda3d7f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2bda3d7f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d2bda3d7f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bda3d7fa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2bda3d7fa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d2bda3d7fa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2bda3d7fa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2bda3d7fa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d2bda3d7fa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2bda3d7fa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2bda3d7fa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d2bda3d7fa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2bda3d7f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2bda3d7f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d2bda3d7fa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2bda3d7fa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d2bda3d7fa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d2bda3d7fa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2bda3d7fa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2bda3d7fa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d2bda3d7fa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2bda3d7fa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d2bda3d7fa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d2bda3d7fa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2bda3d7fa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d2bda3d7fa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d2bda3d7fa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2bda3d7fa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d2bda3d7fa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d2bda3d7fa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Прямоугольник&#10;&#10;Автоматически созданное описание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8972" y="-112712"/>
            <a:ext cx="2971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763973" y="595244"/>
            <a:ext cx="47856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Field of Study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09.03.04 </a:t>
            </a: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>
            <p:ph type="ctrTitle"/>
          </p:nvPr>
        </p:nvSpPr>
        <p:spPr>
          <a:xfrm>
            <a:off x="691487" y="2558678"/>
            <a:ext cx="10640457" cy="1568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 sz="3700">
                <a:solidFill>
                  <a:schemeClr val="lt1"/>
                </a:solidFill>
              </a:rPr>
              <a:t>Design and Development of Multi-Tenant School Management Web Application</a:t>
            </a:r>
            <a:endParaRPr sz="3700"/>
          </a:p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691487" y="4075199"/>
            <a:ext cx="9144000" cy="55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</a:rPr>
              <a:t>Author: Dakher Sadreddin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91487" y="4804569"/>
            <a:ext cx="875407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Scientific Advisor: [Placeholder — to be inserted]</a:t>
            </a:r>
          </a:p>
        </p:txBody>
      </p:sp>
      <p:sp>
        <p:nvSpPr>
          <p:cNvPr id="94" name="Google Shape;94;p13"/>
          <p:cNvSpPr txBox="1"/>
          <p:nvPr/>
        </p:nvSpPr>
        <p:spPr>
          <a:xfrm>
            <a:off x="691487" y="2554155"/>
            <a:ext cx="77647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INTERNSHIP REPORT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 rot="-5400000">
            <a:off x="9273570" y="3244333"/>
            <a:ext cx="4635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TOMSK STATE UNIVERSITY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11591502" y="304800"/>
            <a:ext cx="0" cy="1776248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3"/>
          <p:cNvCxnSpPr/>
          <p:nvPr/>
        </p:nvCxnSpPr>
        <p:spPr>
          <a:xfrm>
            <a:off x="11591502" y="4803228"/>
            <a:ext cx="0" cy="1807077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1269178" y="161072"/>
            <a:ext cx="10515600" cy="7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3700"/>
              <a:t>Introduction</a:t>
            </a:r>
            <a:endParaRPr sz="3700"/>
          </a:p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902463" y="1202287"/>
            <a:ext cx="10273421" cy="5473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Goal of Work:</a:t>
            </a:r>
          </a:p>
          <a:p>
            <a:r>
              <a:t>[Placeholder — thesis goal to be inserted]</a:t>
            </a:r>
          </a:p>
          <a:p/>
          <a:p>
            <a:r>
              <a:t>Tasks:</a:t>
            </a:r>
          </a:p>
          <a:p>
            <a:r>
              <a:t>• [Placeholder — task 1 to be inserted]</a:t>
            </a:r>
          </a:p>
          <a:p>
            <a:r>
              <a:t>• [Placeholder — task 2 to be inserted]</a:t>
            </a:r>
          </a:p>
          <a:p>
            <a:r>
              <a:t>• [Placeholder — task 3 to be inserted]</a:t>
            </a:r>
          </a:p>
        </p:txBody>
      </p:sp>
      <p:sp>
        <p:nvSpPr>
          <p:cNvPr id="106" name="Google Shape;106;p14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36168" y="5469015"/>
            <a:ext cx="2166694" cy="166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Use case diagram (School Administrator) — to be inserted</a:t>
            </a:r>
          </a:p>
          <a:p/>
          <a:p>
            <a:r>
              <a:t>Main use cases (list — to be inserted):</a:t>
            </a:r>
          </a:p>
          <a:p>
            <a:r>
              <a:t>• …</a:t>
            </a:r>
          </a:p>
        </p:txBody>
      </p:sp>
      <p:sp>
        <p:nvSpPr>
          <p:cNvPr id="114" name="Google Shape;114;p15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83554" y="-74998"/>
            <a:ext cx="10157374" cy="1053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SchoolAdmin </a:t>
            </a: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Cases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Use case diagram (Teacher) — to be inserted</a:t>
            </a:r>
          </a:p>
          <a:p/>
          <a:p>
            <a:r>
              <a:t>Main use cases (list — to be inserted):</a:t>
            </a:r>
          </a:p>
          <a:p>
            <a:r>
              <a:t>• …</a:t>
            </a:r>
          </a:p>
        </p:txBody>
      </p:sp>
      <p:sp>
        <p:nvSpPr>
          <p:cNvPr id="123" name="Google Shape;123;p16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97963" y="448303"/>
            <a:ext cx="11194795" cy="511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Cases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Use case diagram (Student) — to be inserted</a:t>
            </a:r>
          </a:p>
          <a:p/>
          <a:p>
            <a:r>
              <a:t>Main use cases (list — to be inserted):</a:t>
            </a:r>
          </a:p>
          <a:p>
            <a:r>
              <a:t>• …</a:t>
            </a:r>
          </a:p>
        </p:txBody>
      </p:sp>
      <p:sp>
        <p:nvSpPr>
          <p:cNvPr id="132" name="Google Shape;132;p17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237650" y="264689"/>
            <a:ext cx="10790844" cy="1053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</a:t>
            </a: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Use case diagram (Parent / Guardian) — to be inserted</a:t>
            </a:r>
          </a:p>
          <a:p/>
          <a:p>
            <a:r>
              <a:t>Main use cases (list — to be inserted):</a:t>
            </a:r>
          </a:p>
          <a:p>
            <a:r>
              <a:t>• …</a:t>
            </a:r>
          </a:p>
        </p:txBody>
      </p:sp>
      <p:sp>
        <p:nvSpPr>
          <p:cNvPr id="141" name="Google Shape;141;p1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1237650" y="264689"/>
            <a:ext cx="107907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Use case diagram (System Administrator) — to be inserted</a:t>
            </a:r>
          </a:p>
          <a:p/>
          <a:p>
            <a:r>
              <a:t>Main use cases (list — to be inserted):</a:t>
            </a:r>
          </a:p>
          <a:p>
            <a:r>
              <a:t>• …</a:t>
            </a:r>
          </a:p>
        </p:txBody>
      </p:sp>
      <p:sp>
        <p:nvSpPr>
          <p:cNvPr id="150" name="Google Shape;150;p19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1237650" y="264689"/>
            <a:ext cx="107907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SysAdmin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Domain model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159" name="Google Shape;159;p20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998951" y="-65817"/>
            <a:ext cx="97167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Model Diagram</a:t>
            </a:r>
            <a:endParaRPr b="0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High-level architecture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168" name="Google Shape;168;p21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998951" y="-65817"/>
            <a:ext cx="97167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 Architecture Diagram</a:t>
            </a:r>
            <a:endParaRPr b="0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Object diagram (data &amp; security / multi-school example)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177" name="Google Shape;177;p22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980275" y="83475"/>
            <a:ext cx="110934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Diagram: Data and Security, One user, two school memberships, Multi-Schools</a:t>
            </a:r>
            <a:endParaRPr b="0" i="0" sz="3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Sequence diagram — Scheduling pipeline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186" name="Google Shape;186;p23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903602" y="0"/>
            <a:ext cx="111702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Pipeline Sequence Diagram 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Demo video — Scheduling pipeline</a:t>
            </a:r>
          </a:p>
          <a:p/>
          <a:p>
            <a:r>
              <a:t>[Placeholder — screen recording or embedded video to be inserted]</a:t>
            </a:r>
          </a:p>
          <a:p/>
          <a:p>
            <a:r>
              <a:t>(Optional: short bullet list of what the demo shows — to be inserted)</a:t>
            </a:r>
          </a:p>
        </p:txBody>
      </p:sp>
      <p:sp>
        <p:nvSpPr>
          <p:cNvPr id="195" name="Google Shape;195;p24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903601" y="0"/>
            <a:ext cx="105450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Scheduling Pipeline Demo Video 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Activity diagram — Teacher marketplace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204" name="Google Shape;204;p25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/>
        </p:nvSpPr>
        <p:spPr>
          <a:xfrm>
            <a:off x="903600" y="0"/>
            <a:ext cx="111888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 Marketplace Activity Diagram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Demo video — Teacher marketplace</a:t>
            </a:r>
          </a:p>
          <a:p/>
          <a:p>
            <a:r>
              <a:t>[Placeholder — screen recording or embedded video to be inserted]</a:t>
            </a:r>
          </a:p>
          <a:p/>
          <a:p>
            <a:r>
              <a:t>(Optional: short bullet list of what the demo shows — to be inserted)</a:t>
            </a:r>
          </a:p>
        </p:txBody>
      </p:sp>
      <p:sp>
        <p:nvSpPr>
          <p:cNvPr id="213" name="Google Shape;213;p26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/>
        </p:nvSpPr>
        <p:spPr>
          <a:xfrm>
            <a:off x="903600" y="0"/>
            <a:ext cx="111888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 Marketplace Demo Video 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Sequence diagram — Grading and promotions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222" name="Google Shape;222;p27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 txBox="1"/>
          <p:nvPr/>
        </p:nvSpPr>
        <p:spPr>
          <a:xfrm>
            <a:off x="903600" y="0"/>
            <a:ext cx="111888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Grading and Promotions Sequence Diagram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Demo video — Grading and promotions</a:t>
            </a:r>
          </a:p>
          <a:p/>
          <a:p>
            <a:r>
              <a:t>[Placeholder — screen recording or embedded video to be inserted]</a:t>
            </a:r>
          </a:p>
          <a:p/>
          <a:p>
            <a:r>
              <a:t>(Optional: short bullet list of what the demo shows — to be inserted)</a:t>
            </a:r>
          </a:p>
        </p:txBody>
      </p:sp>
      <p:sp>
        <p:nvSpPr>
          <p:cNvPr id="231" name="Google Shape;231;p28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903600" y="0"/>
            <a:ext cx="111888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Grading and Promotions Demo Video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Figure: Sequence diagram — Subscriptions and billing — to be inserted</a:t>
            </a:r>
          </a:p>
          <a:p/>
          <a:p>
            <a:r>
              <a:t>(Caption — to be inserted)</a:t>
            </a:r>
          </a:p>
        </p:txBody>
      </p:sp>
      <p:sp>
        <p:nvSpPr>
          <p:cNvPr id="240" name="Google Shape;240;p29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/>
        </p:nvSpPr>
        <p:spPr>
          <a:xfrm>
            <a:off x="903600" y="46650"/>
            <a:ext cx="111888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Subscriptions and billing Sequence Diagram 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/>
          <p:nvPr/>
        </p:nvSpPr>
        <p:spPr>
          <a:xfrm>
            <a:off x="0" y="266377"/>
            <a:ext cx="903600" cy="36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Demo video — Subscriptions and billing</a:t>
            </a:r>
          </a:p>
          <a:p/>
          <a:p>
            <a:r>
              <a:t>[Placeholder — screen recording or embedded video to be inserted]</a:t>
            </a:r>
          </a:p>
          <a:p/>
          <a:p>
            <a:r>
              <a:t>(Optional: short bullet list of what the demo shows — to be inserted)</a:t>
            </a:r>
          </a:p>
        </p:txBody>
      </p:sp>
      <p:sp>
        <p:nvSpPr>
          <p:cNvPr id="249" name="Google Shape;249;p30"/>
          <p:cNvSpPr txBox="1"/>
          <p:nvPr/>
        </p:nvSpPr>
        <p:spPr>
          <a:xfrm>
            <a:off x="165463" y="266377"/>
            <a:ext cx="738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 txBox="1"/>
          <p:nvPr/>
        </p:nvSpPr>
        <p:spPr>
          <a:xfrm>
            <a:off x="903600" y="46650"/>
            <a:ext cx="11188800" cy="10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– </a:t>
            </a:r>
            <a:r>
              <a:rPr lang="ru-RU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Subscriptions and billing Demo Video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0" y="266377"/>
            <a:ext cx="903595" cy="364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[Placeholder — optional closing summary or acknowledgements — to be inserted]</a:t>
            </a:r>
          </a:p>
        </p:txBody>
      </p:sp>
      <p:sp>
        <p:nvSpPr>
          <p:cNvPr id="258" name="Google Shape;258;p31"/>
          <p:cNvSpPr txBox="1"/>
          <p:nvPr/>
        </p:nvSpPr>
        <p:spPr>
          <a:xfrm>
            <a:off x="165463" y="266377"/>
            <a:ext cx="738132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7593" y="5464465"/>
            <a:ext cx="2166694" cy="166668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4722999" y="2384330"/>
            <a:ext cx="27431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End!</a:t>
            </a:r>
            <a:endParaRPr/>
          </a:p>
        </p:txBody>
      </p:sp>
      <p:sp>
        <p:nvSpPr>
          <p:cNvPr id="261" name="Google Shape;261;p31"/>
          <p:cNvSpPr txBox="1"/>
          <p:nvPr/>
        </p:nvSpPr>
        <p:spPr>
          <a:xfrm>
            <a:off x="3224970" y="3432624"/>
            <a:ext cx="60207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for your attention!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